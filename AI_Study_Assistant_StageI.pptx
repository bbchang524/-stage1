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91440" cy="914400"/>
          </a:xfrm>
          <a:prstGeom prst="rect">
            <a:avLst/>
          </a:prstGeom>
          <a:solidFill>
            <a:srgbClr val="44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21207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AI Study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A lightweight document summarization and question-answering assistant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Workplace AI  |  Battlefield Thunderstorm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Stage I proposal •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BBCBDE"/>
                </a:solidFill>
                <a:latin typeface="Aptos"/>
              </a:defRPr>
            </a:pPr>
            <a:r>
              <a:t>STAGE I /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91440" cy="914400"/>
          </a:xfrm>
          <a:prstGeom prst="rect">
            <a:avLst/>
          </a:prstGeom>
          <a:solidFill>
            <a:srgbClr val="44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21207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01 /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Students spend time navigating lengthy English course readings.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Key information is scattered across PDF handouts and notes.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A simple document assistant can reduce the effort needed to locate relevant passages.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BBCBDE"/>
                </a:solidFill>
                <a:latin typeface="Aptos"/>
              </a:defRPr>
            </a:pPr>
            <a:r>
              <a:t>STAGE I /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91440" cy="914400"/>
          </a:xfrm>
          <a:prstGeom prst="rect">
            <a:avLst/>
          </a:prstGeom>
          <a:solidFill>
            <a:srgbClr val="44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21207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02 /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Upload an English PDF or TXT document.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Extract representative sentences as a short summary.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Ask a question and retrieve relevant source passages.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Future extension: locally hosted generative AI with citations.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BBCBDE"/>
                </a:solidFill>
                <a:latin typeface="Aptos"/>
              </a:defRPr>
            </a:pPr>
            <a:r>
              <a:t>STAGE I /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91440" cy="914400"/>
          </a:xfrm>
          <a:prstGeom prst="rect">
            <a:avLst/>
          </a:prstGeom>
          <a:solidFill>
            <a:srgbClr val="44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21207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03 / Stage I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Python + Gradio web interface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PDF text extraction with pypdf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Sentence-frequency extraction for summaries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TF-IDF similarity for passage retrieval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Offline, no API key, no model training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BBCBDE"/>
                </a:solidFill>
                <a:latin typeface="Aptos"/>
              </a:defRPr>
            </a:pPr>
            <a:r>
              <a:t>STAGE I /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91440" cy="914400"/>
          </a:xfrm>
          <a:prstGeom prst="rect">
            <a:avLst/>
          </a:prstGeom>
          <a:solidFill>
            <a:srgbClr val="44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21207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04 /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User uploads PDF / TXT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Text extraction and sentence segmentation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Summarization scoring  /  TF-IDF retrieval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Gradio displays summary or relevant source excerpts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BBCBDE"/>
                </a:solidFill>
                <a:latin typeface="Aptos"/>
              </a:defRPr>
            </a:pPr>
            <a:r>
              <a:t>STAGE I / PROPOSAL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91440" cy="914400"/>
          </a:xfrm>
          <a:prstGeom prst="rect">
            <a:avLst/>
          </a:prstGeom>
          <a:solidFill>
            <a:srgbClr val="44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21207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05 / Hardware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Current Stage I demo: runs on a standard laptop CPU.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Target competition platform: Intel Arc Pro B70 (32 GB).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Stage II proposal: integrate a local language model and investigate accelerated inference.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Hardware compatibility, latency, and accuracy have NOT yet been validated.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BBCBDE"/>
                </a:solidFill>
                <a:latin typeface="Aptos"/>
              </a:defRPr>
            </a:pPr>
            <a:r>
              <a:t>STAGE I / PROPOSAL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91440" cy="914400"/>
          </a:xfrm>
          <a:prstGeom prst="rect">
            <a:avLst/>
          </a:prstGeom>
          <a:solidFill>
            <a:srgbClr val="44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21207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06 /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Step 1  Upload a text-based document.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Step 2  Click “Extract summary” to see key sentences.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Step 3  Enter a question in “Ask document.”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Step 4  Read relevant excerpts directly from the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BBCBDE"/>
                </a:solidFill>
                <a:latin typeface="Aptos"/>
              </a:defRPr>
            </a:pPr>
            <a:r>
              <a:t>STAGE I / PROPOSAL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91440" cy="914400"/>
          </a:xfrm>
          <a:prstGeom prst="rect">
            <a:avLst/>
          </a:prstGeom>
          <a:solidFill>
            <a:srgbClr val="44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21207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07 / Expected value &amp;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Students: quickly review English study materials.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Educators: explore course handouts with simple retrieval.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Privacy: local baseline does not send documents to a remote API.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Accessibility: lightweight Python prototype with minimal setup.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BBCBDE"/>
                </a:solidFill>
                <a:latin typeface="Aptos"/>
              </a:defRPr>
            </a:pPr>
            <a:r>
              <a:t>STAGE I / PROPOSAL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91440" cy="914400"/>
          </a:xfrm>
          <a:prstGeom prst="rect">
            <a:avLst/>
          </a:prstGeom>
          <a:solidFill>
            <a:srgbClr val="44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21207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08 / Evaluation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Potential metrics: passage relevance, summary coverage, task completion time.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Current baseline is extractive, not a generative LLM.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No OCR for scanned PDFs; English-only heuristics.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No quantitative user study or hardware benchmarks have been conducted.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BBCBDE"/>
                </a:solidFill>
                <a:latin typeface="Aptos"/>
              </a:defRPr>
            </a:pPr>
            <a:r>
              <a:t>STAGE I / PROPOSAL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91440" cy="914400"/>
          </a:xfrm>
          <a:prstGeom prst="rect">
            <a:avLst/>
          </a:prstGeom>
          <a:solidFill>
            <a:srgbClr val="44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21207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09 /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Add an on-device language model with evidence-grounded answers.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Evaluate answer faithfulness and document retrieval quality.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Optimize inference for Intel Arc Pro B70 after hardware access.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Test representative student documents and measure latency.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BBCBDE"/>
                </a:solidFill>
                <a:latin typeface="Aptos"/>
              </a:defRPr>
            </a:pPr>
            <a:r>
              <a:t>STAGE I / PROPOSAL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91440" cy="914400"/>
          </a:xfrm>
          <a:prstGeom prst="rect">
            <a:avLst/>
          </a:prstGeom>
          <a:solidFill>
            <a:srgbClr val="44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21207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10 / Team &amp; submission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Participant: [YOUR FULL NAME]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Student ID: [YOUR STUDENT ID]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GitHub Repository: [PASTE YOUR PUBLIC REPOSITORY URL]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Demo Video (YouTube, ≤ 3 minutes): [PASTE VIDEO URL]</a:t>
            </a: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</a:p>
          <a:p>
            <a:pPr>
              <a:spcAft>
                <a:spcPts val="16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Replace all placeholders before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BBCBDE"/>
                </a:solidFill>
                <a:latin typeface="Aptos"/>
              </a:defRPr>
            </a:pPr>
            <a:r>
              <a:t>STAGE I /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